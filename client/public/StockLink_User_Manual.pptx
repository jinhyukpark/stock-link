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StockLink 사용자 매뉴얼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94A3B8"/>
                </a:solidFill>
              </a:defRPr>
            </a:pPr>
            <a:r>
              <a:t>처음 오신 분들을 위한 쉽고 친절한 안내서</a:t>
            </a:r>
          </a:p>
          <a:p/>
          <a:p>
            <a:r>
              <a:t>시장 데이터부터 AI 분석까지, StockLink 100% 활용하기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🏠 홈 (대시보드)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400">
                <a:solidFill>
                  <a:srgbClr val="CBD5E1"/>
                </a:solidFill>
              </a:defRPr>
            </a:pPr>
            <a:r>
              <a:t>📍 화면 경로: 홈 (/) &gt;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StockLink에 접속하면 가장 먼저 만나는 화면으로, 현재 주식 시장의 흐름과 내가 관심 있는 종목들의 상태를 한눈에 파악할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주요 지수 요약: KOSPI, 코스닥 등 주요 지표의 현재 수치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글로벌 증시 요약: 해외 주요 시장의 전반적인 분위기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상승/하락 종목: 오늘 가장 눈에 띄게 오르거나 내린 주식 목록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내 관심 종목: 내가 미리 추가해둔 주식들의 최신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1️⃣ 오늘 시장의 전체적인 분위기(빨간색이 많으면 상승장, 파란색이 많으면 하락장)를 먼저 확인합니다.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2️⃣ 상단 요약 카드를 통해 오늘 특별히 많이 오르거나 내린 주식들을 살펴봅니다.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3️⃣ 더 자세히 알고 싶은 지표나 종목이 있다면 클릭해서 상세 페이지로 이동합니다.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📊 시장 현황 (Market Analysis)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400">
                <a:solidFill>
                  <a:srgbClr val="CBD5E1"/>
                </a:solidFill>
              </a:defRPr>
            </a:pPr>
            <a:r>
              <a:t>📍 화면 경로: 메뉴 &gt; 시장 현황 (/market)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국내외 시장 전체가 현재 어떤 방향으로 흘러가고 있는지 깊이 있게 분석해주는 화면입니다.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시장 신호등: 시장의 과열(너무 비쌈) 또는 침체(너무 쌈) 상태를 알려주는 지표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투자자 동향: 기관, 외국인, 개인 투자자들이 지금 주식을 사고 있는지 팔고 있는지 보여주는 차트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주요 뉴스 요약: 시장에 영향을 미치는 오늘의 중요 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1️⃣ 상단의 '시장 신호등'을 보고 지금 투자를 공격적으로 할지 보수적으로 할지 감을 잡습니다.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2️⃣ 외국인과 기관이 어떤 방향으로 움직이는지 그래프를 통해 확인합니다.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3️⃣ 오늘 시장을 움직인 주요 뉴스의 헤드라인들을 훑어봅니다.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🏢 종목 상세 분석 (Stock)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400">
                <a:solidFill>
                  <a:srgbClr val="CBD5E1"/>
                </a:solidFill>
              </a:defRPr>
            </a:pPr>
            <a:r>
              <a:t>📍 화면 경로: 메뉴 &gt; 종목 분석 (/stock)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특정 주식(예: 삼성전자)을 검색하면, 해당 주식에 대한 과거 기록, 현재 가격, 그리고 앞으로의 전망까지 모든 정보를 확인할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기본 정보: 현재가, 등락폭(오르내린 금액), 거래량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주가 차트: 과거부터 지금까지의 주가 흐름을 보여주는 선 그래프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기업 가치: 이 회사가 돈을 얼마나 잘 버는지(실적) 요약한 표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최근 이슈: 이 주식과 관련된 최근 뉴스나 이벤트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1️⃣ 상단 검색창에 궁금한 기업의 이름이나 번호(종목코드)를 입력합니다.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2️⃣ 가장 위에 표시된 현재가와 오르내린 폭을 확인합니다.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3️⃣ 아래로 스크롤하여 이 기업의 최신 뉴스나 실적 요약을 읽어봅니다.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🗣️ 소셜 분석 (Social Analysis)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400">
                <a:solidFill>
                  <a:srgbClr val="CBD5E1"/>
                </a:solidFill>
              </a:defRPr>
            </a:pPr>
            <a:r>
              <a:t>📍 화면 경로: 메뉴 &gt; 인사이트 &gt; 소셜 분석 (/social 또는 /insight)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유명한 투자자나 경제 전문가, 혹은 SNS(트위터 등)에서 주식에 대해 어떤 이야기들이 오가고 있는지 모아서 보여주는 화면입니다.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주요 하이라이트: 오늘 전문가들이 가장 중요하게 이야기한 내용 요약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긍정 영향(📈): 전문가 발언으로 인해 상승탄력을 받을 것으로 기대되는 종목들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부정 영향(📉): 악재로 인해 하락방어가 필요한, 우려되는 종목들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섹터별 분위기: 반도체, 2차전지 등 분야별로 긍정적인 이야기가 많은지 파이 차트로 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1️⃣ 우측 상단의 날짜 선택기를 눌러 원하는 날짜의 리포트를 불러옵니다.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2️⃣ 아래쪽 종합 요약 테이블에서 유명 인사들의 발언 요약을 훑어봅니다.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3️⃣ 관심 있는 인물의 행을 클릭하면 나타나는 팝업(모달)에서 긍정/부정 종목과 발언 원문을 자세히 읽어봅니다.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🕸️ 관계망 (Ontology)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400">
                <a:solidFill>
                  <a:srgbClr val="CBD5E1"/>
                </a:solidFill>
              </a:defRPr>
            </a:pPr>
            <a:r>
              <a:t>📍 화면 경로: 메뉴 &gt; 관계망 (/ontology)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주식 시장의 다양한 기업, 산업, 뉴스들이 서로 어떻게 연결되어 영향을 주고받는지 거미줄 같은 지도로 보여줍니다.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관계망 지도: 점(노드)과 선(링크)으로 이루어진 복잡한 지도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테마 그룹: 같은 이슈로 묶이는 주식들 (예: AI 관련주 묶음)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파급 효과 예측: 한 기업의 문제가 다른 기업에 미칠 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1️⃣ 화면 중앙의 거미줄 같은 지도에서 가장 크고 눈에 띄는 원(키워드)을 찾습니다.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2️⃣ 해당 원을 클릭하면 그와 연결된 다른 주식들이나 뉴스들이 하이라이트됩니다.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3️⃣ 오른쪽 패널에 나오는 상세 설명을 읽어보며, 이 기업이 왜 저 기업과 연결되는지 이해합니다.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🚀 상승탄력 분석 (Analysis / Momentum)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400">
                <a:solidFill>
                  <a:srgbClr val="CBD5E1"/>
                </a:solidFill>
              </a:defRPr>
            </a:pPr>
            <a:r>
              <a:t>📍 화면 경로: 메뉴 &gt; 상승탄력 분석 (/analysis)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현재 주가가 얼마나 힘 있게 오르고 있는지, 혹은 내리고 있는지 그 추세(힘)를 분석하여 투자 타이밍을 잡도록 도와줍니다.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탄력 점수: 현재 주가가 오르려는 힘이 강한지 점수로 표현 (0~100점)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단기/중기 추세선: 짧은 기간과 중간 기간 동안의 주가 방향성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과열/침체 지표: 지금 사기엔 너무 비싼지(과열), 사기 좋은 때인지(침체) 알려주는 신호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1️⃣ 가장 큰 숫자인 '탄력 점수'를 확인합니다. 점수가 높을수록 상승하는 힘이 강합니다.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2️⃣ 단기 추세선이 중기 추세선을 위로 뚫고 올라가는지(좋은 신호) 확인합니다.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3️⃣ 너무 과열된 상태라면 잠시 매수를 보류하고 하락방어에 집중합니다.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💬 커뮤니티 (Community)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400">
                <a:solidFill>
                  <a:srgbClr val="CBD5E1"/>
                </a:solidFill>
              </a:defRPr>
            </a:pPr>
            <a:r>
              <a:t>📍 화면 경로: 메뉴 &gt; 커뮤니티 (/community)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StockLink를 사용하는 다른 사람들과 투자 아이디어를 나누고 토론할 수 있는 공간입니다.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실시간 인기글: 지금 사람들이 가장 많이 읽고 댓글을 단 게시물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종목 토론방: 특정 주식에 대해 이야기 나누는 공간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글쓰기 버튼: 내 생각이나 질문을 올릴 수 있는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1️⃣ 관심 있는 제목의 글을 클릭해 다른 사람들의 의견을 읽어봅니다.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2️⃣ 동의하거나 다른 생각이 있다면 하단에 댓글을 남깁니다.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3️⃣ 오른쪽 상단의 '글쓰기' 버튼을 눌러 나의 투자 아이디어를 공유합니다.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👤 마이페이지 &amp; 구독 (My Page / Subscription)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1400">
                <a:solidFill>
                  <a:srgbClr val="CBD5E1"/>
                </a:solidFill>
              </a:defRPr>
            </a:pPr>
            <a:r>
              <a:t>📍 화면 경로: 메뉴 &gt; 마이페이지 (/mypage) 또는 구독 (/subscription)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🎯 화면 목적 / 설명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내 정보, 설정, 관심 종목 리스트를 관리하고, 더 많은 기능을 쓰기 위해 유료 구독 요금제를 확인할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📋 화면에 보이는 내용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내 프로필: 가입된 이메일과 닉네임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관심 종목 설정: 내가 하트를 누른 주식 목록 관리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알림 설정: 중요한 뉴스가 뜰 때 알람을 받을지 선택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요금제 안내: 무료/프로/프리미엄 요금제의 혜택 비교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3931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>
                <a:solidFill>
                  <a:srgbClr val="FFFFFF"/>
                </a:solidFill>
              </a:defRPr>
            </a:pPr>
            <a:r>
              <a:t>💡 이렇게 사용하세요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1️⃣ 관심 종목 탭에서 더 이상 보지 않을 주식은 '삭제' 버튼을 눌러 정리합니다.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2️⃣ 나에게 필요한 알림(예: 급락 경고 등)만 오도록 스위치를 껐다 켭니다.</a:t>
            </a:r>
          </a:p>
          <a:p>
            <a:pPr>
              <a:spcBef>
                <a:spcPts val="600"/>
              </a:spcBef>
              <a:defRPr sz="1300">
                <a:solidFill>
                  <a:srgbClr val="CBD5E1"/>
                </a:solidFill>
              </a:defRPr>
            </a:pPr>
            <a:r>
              <a:t>3️⃣ 구독 페이지에서 나에게 맞는 요금제를 비교해보고 필요하다면 업그레이드를 진행합니다.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