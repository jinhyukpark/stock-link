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StockLink 전체 화면 사용자 매뉴얼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94A3B8"/>
                </a:solidFill>
              </a:defRPr>
            </a:pPr>
            <a:r>
              <a:t>모든 탭, 팝업, 상세 화면을 포함한 완전판 안내서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FFFFFF"/>
                </a:solidFill>
              </a:defRPr>
            </a:pPr>
            <a:r>
              <a:t>📑 스캔된 전체 화면 목차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1. 홈(대시보드)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2. 시장현황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3. 인사이트 (마켓맵/뉴스/소셜/테마/비교 탭 및 모달)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4. 종목 분석 (12개 개별 상세 탭)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5. 관계망(온톨로지)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6. 상승탄력 분석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7. 커뮤니티 (목록, 모달)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8. 마이페이지 / 구독 / 기타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🏠 1. 홈 (대시보드)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BFDBFE"/>
                </a:solidFill>
              </a:defRPr>
            </a:pPr>
            <a:r>
              <a:t>섹션 커버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📊 홈 메인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홈 (/) &gt;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StockLink 접속 시 가장 먼저 만나는 화면으로, 현재 시장 요약과 내 관심 종목 상태를 한눈에 파악합니다.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주요 지수 요약 (KOSPI, 코스닥)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공포/탐욕 지수 게이지 (시장의 심리 상태)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글로벌 증시 및 시장 히트맵 (분야별 상승/하락 비율)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오늘의 상승/하락 특징주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트렌드 워드 클라우드 (오늘 가장 많이 언급된 단어들)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공포/탐욕 지수를 보고 현재 시장 참가자들이 겁을 내는지, 욕심을 내는지 파악합니다.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히트맵에서 빨간색(상승)과 파란색(하락) 비중을 보며 어떤 분야가 강세인지 살핍니다.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3️⃣ 워드 클라우드의 큰 글씨를 통해 오늘 시장의 핵심 키워드를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📈 2. 시장 현황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BFDBFE"/>
                </a:solidFill>
              </a:defRPr>
            </a:pPr>
            <a:r>
              <a:t>섹션 커버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🚦 시장 현황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메뉴 &gt; 시장 현황 (/market)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국내외 시장 전체가 현재 어떤 방향으로 흘러가고 있는지 깊이 있게 분석해주는 화면입니다.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시장 신호등: 시장의 과열(너무 비쌈) 또는 침체(너무 쌈) 상태를 알려주는 지표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투자자 동향: 기관, 외국인, 개인이 주식을 사고 파는 흐름 차트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주요 뉴스 요약 목록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상단의 '시장 신호등'을 보고 지금 매수를 할지 보수적으로 지켜볼지 감을 잡습니다.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외국인과 기관 그래프가 위로 향하는지 아래로 향하는지 확인하여 수급을 파악합니다.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💡 3. 인사이트 (테마/소셜 분석)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BFDBFE"/>
                </a:solidFill>
              </a:defRPr>
            </a:pPr>
            <a:r>
              <a:t>섹션 커버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🗺️ 인사이트 &gt; 마켓 맵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메뉴 &gt; 인사이트 &gt; 마켓 맵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전체 시장을 네모난 블록 형태로 시각화하여 어느 섹터가 오르고 내리는지 직관적으로 보여줍니다.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섹터별/종목별 등락률 블록(트리맵)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상승(빨강), 하락(파랑) 색상 대비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선택 섹터 상세 정보 패널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화면의 블록 색상과 크기를 통해 가장 많이 오르거나 비중이 큰 섹터를 한눈에 파악합니다.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특정 블록에 마우스를 올려 세부 종목들의 등락률을 확인합니다.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🗣️ 인사이트 &gt; 소셜 분석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메뉴 &gt; 인사이트 &gt; 소셜 분석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유명 인사나 SNS에서 주식에 대해 어떤 이야기들이 오가는지 요약하여 시장 영향도를 보여줍니다.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날짜 선택기 (과거 리포트 조회 가능)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주요 하이라이트 요약 텍스트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인플루언서 발언 및 긍정/부정(별점) 평가 테이블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상승/하락 기대 종목 요약 카드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긍정/부정 섹터별 파이 차트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우측 상단에서 날짜를 선택합니다.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테이블의 '발언 요약'을 통해 오늘 전문가들이 무슨 말을 했는지 훑어봅니다.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3️⃣ 파이 차트를 보며 긍정적인 이야기가 많은 섹터를 찾아봅니다.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🔍 [팝업] 소셜 분석 &gt; 발언 상세 및 관련 종목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소셜 분석 탭 &gt; 테이블 내 특정 인플루언서 행 클릭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특정 인플루언서의 발언 원문과 그로 인해 영향을 받는 구체적인 긍정/부정 종목을 상세히 확인하는 팝업입니다.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발언 원문 및 플랫폼 정보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📈 긍정 영향 종목 리스트 (해당 종목이 상승탄력을 받을 사유 포함)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📉 부정 영향 종목 리스트 (하락 우려 사유 포함)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국내 주식(이동 화살표 표출), 해외 주식('해외' 배지 표출)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원문 보기 버튼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테이블에서 관심 있는 인물(예: 일론 머스크)을 클릭합니다.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팝업이 뜨면 발언 원문을 읽어 맥락을 파악합니다.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3️⃣ 아래의 긍정/부정 종목 리스트를 확인하며, 국내 종목의 경우 클릭하여 종목 상세 화면으로 이동할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🗂️ 인사이트 &gt; 테마 분석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메뉴 &gt; 인사이트 &gt; 테마 분석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현재 주식 시장에서 가장 핫한 테마(예: AI, 2차전지 등)와 관련 종목들을 그룹지어 분석합니다.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오늘의 주도 테마 리스트 및 등락률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테마별 주도주(가장 많이 오른 주식) 정보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테마 트렌드 차트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가장 등락률이 높은 상위 테마를 확인하여 돈이 어디로 몰리고 있는지 파악합니다.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관심 있는 테마 카드를 클릭하여 상세 팝업을 엽니다.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📑 [팝업] 테마 상세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테마 분석 탭 &gt; 특정 테마 카드 클릭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선택한 테마의 상세 설명과 그 테마에 속한 모든 관련 종목을 표 형태로 확인하는 모달입니다.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테마 개요 및 오늘 상승한 이유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테마 내 편입 종목 전체 리스트 (종목명, 현재가, 등락률)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차트 및 관련 뉴스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팝업이 뜨면 해당 테마가 오늘 왜 오르는지 요약 설명을 읽습니다.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아래 종목 리스트에서 가장 많이 오른 대장주를 찾아봅니다.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3️⃣ 원하는 종목을 클릭해 종목 분석 상세로 넘어갑니다.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⚖️ 인사이트 &gt; 주요 종목 비교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메뉴 &gt; 인사이트 &gt; 주요 종목 비교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관심 있는 여러 주식들을 한 화면에 올려놓고 실적, 투자지표 등을 나란히 비교합니다.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종목 추가 검색창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비교 테이블 (수익률, 시가총액, PER, 영업이익률 등 가로 나열)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항목별 하이라이트 (가장 수치가 좋은 곳에 색상 표시)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'종목 추가' 버튼을 눌러 비교하고 싶은 주식(예: 삼성전자, SK하이닉스)을 차례로 넣습니다.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테이블을 가로로 보면서 어떤 회사가 수익률이나 실적이 더 좋은지 비교합니다.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🏢 4. 종목 상세 분석 (12개 탭)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BFDBFE"/>
                </a:solidFill>
              </a:defRPr>
            </a:pPr>
            <a:r>
              <a:t>섹션 커버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🎯 종목 분석 &gt; 상단 공통 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메뉴 &gt; 종목 분석 (/stock)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검색한 특정 기업의 가장 핵심적인 현재 가격 상태를 보여주는 고정 영역입니다.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종목명 및 종목코드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현재가, 전일대비 등락 금액 및 등락률(%)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하트 아이콘 (관심 종목 추가/해제 버튼)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화면 상단 중앙의 검색창에서 기업명을 검색합니다.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표출된 가격의 색상(빨강=상승, 파랑=하락)과 수치를 확인합니다.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3️⃣ 계속 지켜보고 싶은 종목이면 하트 아이콘을 눌러 마이페이지에 저장합니다.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📖 종목 분석 &gt; 기업소개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종목 분석 &gt; 기업소개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이 회사가 무엇을 만들고 어떻게 돈을 버는지, 기본 정보를 확인합니다.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기업 개요 요약 (비즈니스 모델 설명)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시가총액, 52주 최고/최저가 등 핵심 정보 요약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업종(섹터) 및 속한 테마 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기업소개 탭을 눌러 이 회사가 구체적으로 어떤 사업을 하는지 짧은 요약을 읽어봅니다.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📉 종목 분석 &gt; 호가 / 실시간 시세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종목 분석 &gt; 호가 탭 / 실시간 일별시세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현재 시장에서 사람들이 얼마에 사고 팔려고 하는지(호가), 그리고 매일매일 가격이 어떻게 변했는지 확인합니다.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호가창: 매수(사는 사람)와 매도(파는 사람) 주문이 걸려있는 가격대와 수량 바 그래프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일별시세: 최근 날짜별 종가, 시가, 거래량 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호가창 탭에서 바 그래프가 긴 쪽을 보며 매수/매도 벽이 어디에 있는지 파악합니다.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일별시세 탭에서 최근 며칠간 거래량이 터진 날이 언제인지 확인합니다.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💰 종목 분석 &gt; 실적 / 재무분석 / 배당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종목 분석 &gt; 실적 / 재무 / 배당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회사가 실제로 돈을 잘 벌고 있는지(실적/재무), 그리고 주주들에게 이익을 잘 나눠주는지(배당) 분석합니다.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실적: 매출액, 영업이익 차트 및 컨센서스(시장 예상치) 달성 여부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재무: 부채비율, 유보율 등 안정성 지표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배당: 배당수익률, 과거 배당 지급 이력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실적 탭에서 그래프가 매년/매분기 우상향하고 있는지 확인합니다.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배당 탭에서 배당금을 꾸준히 줬는지(지급 횟수)와 배당률을 확인해 안정적인 투자가 가능한지 판단합니다.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📰 종목 분석 &gt; 뉴스 / 공시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종목 분석 &gt; 뉴스 / 공시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이 회사와 관련된 최신 기사들과, 회사가 공식적으로 발표한 문서(공시)들을 모아봅니다.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뉴스: 시간순 뉴스 리스트 및 긍정/부정 감성 아이콘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공시: 전자공시시스템(DART) 기반 중요 발표 문서 (실적발표, 계약 체결 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뉴스 탭에서 오늘 뜬 기사가 호재(긍정)인지 악재(부정)인지 배지를 통해 빠르게 훑어봅니다.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공시 탭에서 '단일판매/공급계약' 등 주가에 영향을 미치는 큰 공시가 없는지 확인합니다.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👥 종목 분석 &gt; 투자자 / 외국인 동향 / 공매도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종목 분석 &gt; 투자자동향 / 외국인기관 / 공매도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개인, 외국인, 기관 중 누가 이 주식을 주도해서 사고 있는지 수급을 파악합니다.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투자자 동향: 개인/외인/기관별 일일 순매수 수치표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공매도: 주가가 떨어질 것에 베팅한 공매도 거래 비중 및 잔고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외국인/기관 탭에서 메이저 투자자들이 이 주식을 며칠 연속으로 사모으고 있는지(빨간불) 확인합니다.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공매도 비중이 갑자기 높아졌다면 단기 하락 압력이 있을 수 있으므로 주의합니다.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🚀 5. 상승탄력 &amp; 관계망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BFDBFE"/>
                </a:solidFill>
              </a:defRPr>
            </a:pPr>
            <a:r>
              <a:t>섹션 커버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📈 상승탄력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메뉴 &gt; 상승탄력 분석 (/analysis)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현재 주가가 얼마나 힘 있게 오르고 있는지(모멘텀)를 분석하여 매매 타이밍을 잡도록 도와줍니다.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상승탄력 점수 (0~100점)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단기/중기 이동평균선(추세선) 크로스 차트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과열/침체 지표 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점수가 80점 이상으로 과열 구간에 진입했다면 신규 매수보다는 관망이나 차익실현을 고려합니다.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단기 선이 중기 선을 위로 뚫고 올라가는 교차점(골든크로스)을 확인하면 매수 타이밍으로 참고합니다.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🕸️ 관계망 (온톨로지)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메뉴 &gt; 관계망 (/ontology)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주식 시장의 기업과 테마들이 거미줄처럼 얽혀 영향을 주고받는 모습을 시각 지도로 보여줍니다.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인터랙티브 노드(점) 네트워크 맵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특정 노드 선택 시 연결된 파급효과 사이드 패널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확대/축소 및 드래그 캔버스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마우스 휠로 맵을 확대하고, 흥미로운 키워드(예: 2차전지 소재) 노드를 클릭해봅니다.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오른쪽 패널에 뜨는 '이 테마가 오를 때 같이 오를 확률이 높은 기업들' 목록을 확인하여 새로운 투자 아이디어를 얻습니다.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💬 6. 커뮤니티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BFDBFE"/>
                </a:solidFill>
              </a:defRPr>
            </a:pPr>
            <a:r>
              <a:t>섹션 커버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📋 커뮤니티 게시판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메뉴 &gt; 커뮤니티 (/community)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다른 투자자들과 종목에 대한 의견과 정보, 시장 전망을 자유롭게 나누는 공간입니다.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인기글 토글 탭 (오늘의 인기글 모아보기)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게시글 목록 (제목, 작성자, 조회수, 좋아요, 댓글 수 표출)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우측 하단 플로팅 글쓰기 버튼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목록에서 흥미로운 제목의 글을 클릭해 내용을 읽고, 하단에 댓글을 달아 의견을 나눕니다.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우측 상단 돋보기 아이콘으로 특정 종목(예: '카카오')을 검색해 해당 종목 주주들의 생각을 살펴봅니다.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📝 [팝업] 글쓰기 모달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커뮤니티 &gt; 글쓰기 버튼 클릭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나의 투자 아이디어나 질문을 게시판에 등록하기 위해 텍스트를 작성하는 팝업 화면입니다.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카테고리 선택 드롭다운 (일반/분석/질문 등)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관련 종목 태그 추가 입력창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제목 및 본문 입력 폼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등록 버튼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우측 하단의 동그란 펜 모양 버튼을 누릅니다.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특정 주식에 대한 이야기라면 '종목 태그'에 이름을 검색해 추가합니다.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3️⃣ 내용을 작성하고 '등록'을 눌러 사람들과 공유합니다.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👤 7. 마이페이지 및 구독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BFDBFE"/>
                </a:solidFill>
              </a:defRPr>
            </a:pPr>
            <a:r>
              <a:t>섹션 커버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⚙️ 마이페이지 &amp; 알림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메뉴 &gt; 마이페이지 (/mypage)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내 계정 정보를 관리하고, 하트를 누른 관심 종목들과 시스템 알림 수신 여부를 설정합니다.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내 프로필 정보 (이메일, 닉네임)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관심 종목 리스트 탭 (삭제 관리 가능)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알림 설정 탭 (불확실성 알림, 지정가 도달 알림 토글 스위치)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관심 종목 탭에서 더 이상 보지 않을 주식은 'X'나 휴지통 아이콘을 눌러 리스트에서 지웁니다.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알림 탭에서 '시장 급락 경고 알림' 스위치를 켜서 위험 상황 시 팝업 안내를 받도록 설정합니다.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💳 구독 (요금제 결제)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200">
                <a:solidFill>
                  <a:srgbClr val="CBD5E1"/>
                </a:solidFill>
              </a:defRPr>
            </a:pPr>
            <a:r>
              <a:t>📍 화면 경로: 메뉴 &gt; 구독 (/subscription)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무료 버전에서 제한된 기능을 모두 사용하기 위해 프로/프리미엄 요금제로 업그레이드하는 화면입니다.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플랜별 혜택 비교 표 (무료 / Pro / Premium)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월간/연간 결제 토글 스위치 (연간 할인율 표시)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결제하기 버튼 및 현재 이용 중인 플랜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1️⃣ 월간 결제와 연간 결제 탭을 눌러 가격 차이를 비교해봅니다.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2️⃣ 각 요금제 카드 아래의 체크리스트를 통해 나에게 필요한 기능(예: 실시간 알림 등)이 포함된 요금제를 선택하고 결제합니다.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